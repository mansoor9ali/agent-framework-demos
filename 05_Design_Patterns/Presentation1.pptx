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476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E4E4E4"/>
    <a:srgbClr val="E8E4DB"/>
    <a:srgbClr val="EFEAE4"/>
    <a:srgbClr val="E6E4D8"/>
    <a:srgbClr val="FAF6F1"/>
    <a:srgbClr val="FCF7F1"/>
    <a:srgbClr val="F6F3E2"/>
    <a:srgbClr val="FFFFFF"/>
    <a:srgbClr val="EEE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8BCB9-91C2-4877-B01B-58649B40D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C1BF6-92E7-F5CC-5B7B-4DF2FCB4D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58BB7-6F2C-AEF4-BB75-EF1B77DDB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5BA-D6C6-439A-B4DC-91417998B8D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6EE8E-8F68-7F7A-1DDE-FB486C650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8106C-118D-C607-B02D-7BB7DA3C5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620C-29D2-46C1-AC18-571A7F5EE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274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292D-B8D8-2791-1FA3-8D1F9646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DF9B8-92AC-4A86-4F7E-AF31A53F9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7A63F-AAE4-6D08-954D-E41E7CEE8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5BA-D6C6-439A-B4DC-91417998B8D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3147E-0716-6BB8-CF71-9A0DE801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E5FF4-0D47-9F66-A864-81F9A369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620C-29D2-46C1-AC18-571A7F5EE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88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B7C08-3914-04E1-D543-EEAF75B7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67BD5-7716-C7D6-F297-38B8763E9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71C7D-2B0C-92F2-1240-BDE08DD5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5BA-D6C6-439A-B4DC-91417998B8D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D1BEF-6611-0BF7-1648-2B5CDE141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385EC-A004-8289-80C9-A350693A9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620C-29D2-46C1-AC18-571A7F5EE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64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0DE1B-67B4-8713-2C45-5A4C92E10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F0EBB-D4E6-74CF-39E4-C1761C484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6E2E4-9AE9-C6BB-8F22-4F5C20D8C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B535C-6642-A4DB-7ACE-B59E8EEF8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5BA-D6C6-439A-B4DC-91417998B8D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F639E-DFA4-307A-1C8F-F56A07B59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6F6A9-AEF0-A8B6-F508-0DE52E8BB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620C-29D2-46C1-AC18-571A7F5EE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95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EED64-FF3B-37DF-0FDF-BBFBD93B6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81DF6-5CF6-9508-6D7B-DEC135415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F7BC9-3458-A1F2-51CB-9F2EBE142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BF53C-EB10-0184-A104-A5DA9E9C4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8BAA07-49A1-735F-A0F9-D552BD373D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547D96-C1CF-85F0-2373-5887851B3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5BA-D6C6-439A-B4DC-91417998B8D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221AFF-B86D-18EE-0F62-FBD33809A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C580-BB89-6290-C109-3D6E1DF5C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620C-29D2-46C1-AC18-571A7F5EE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12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61573-9ED5-4B24-564D-DD5F8493D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908FE7-E950-6257-63E5-4024F232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5BA-D6C6-439A-B4DC-91417998B8D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E5BBF-DAD7-00E4-B08C-B338DF161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A97F1-9976-7AE8-AFD6-4DE3C97B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620C-29D2-46C1-AC18-571A7F5EE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0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1275D1-0950-6DE6-E1B8-E4933C55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5BA-D6C6-439A-B4DC-91417998B8D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64231-81A6-8EE8-76CA-9C1D8269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7403C-49B8-2E40-C773-0683902F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620C-29D2-46C1-AC18-571A7F5EE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57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0FB2-3B37-283A-D6C8-241B28265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EF3D1-3900-74D3-388B-DDAEDA175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35A90-2022-AAF9-10BF-C2FAE1CED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829C2-7584-6540-4EAF-040227BB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5BA-D6C6-439A-B4DC-91417998B8D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0A57A-8C5A-226E-DE65-18834220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60266-6BAE-7430-695E-A142EF9C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620C-29D2-46C1-AC18-571A7F5EE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E3C83-3F5A-8CDB-B9DD-2760179A3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BCC48-5C7A-6C2D-BCB2-D17CDE3484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95177-CBCA-DD1A-B319-3EF28FB89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48E0F-98AC-F4C9-42CF-5B61C0845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5BA-D6C6-439A-B4DC-91417998B8D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0BA5E-FD68-E29A-D74D-46982FC6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4BB16-E41F-C95D-90B9-637E8B06A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620C-29D2-46C1-AC18-571A7F5EE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34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CCEE8-E7DD-A748-DE08-4EC3D7B88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2234B-34CC-3EB7-8969-671E32BF2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CD701-2741-1E2F-DF4A-80BF4E50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5BA-D6C6-439A-B4DC-91417998B8D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D1F36-645D-01B2-47D0-97B3849D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CB1E0-F1FE-DB9E-07BD-7615C217C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620C-29D2-46C1-AC18-571A7F5EE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58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246246-9FA8-7941-6A1C-A8D601BB1B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3605D-852C-D427-1677-950A4E935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C6808-2CC7-5F07-14FB-DB461886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15BA-D6C6-439A-B4DC-91417998B8D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6F3F6-1666-7456-F6CD-6E5C4D7C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9DBDE-6365-18C9-A574-05238705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620C-29D2-46C1-AC18-571A7F5EE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7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E18207-0F7B-C80A-F2AF-FB30D4F0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FBCF1-1BBE-C42B-216F-51F5178D8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EF9C-3573-6F24-9176-69C067F5B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815BA-D6C6-439A-B4DC-91417998B8D5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3CAFE-711E-D044-B405-CAA89CA63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5A6B8-F69C-3D80-41B0-C5F0E4F8F1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5620C-29D2-46C1-AC18-571A7F5EE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56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software architecture&#10;&#10;AI-generated content may be incorrect.">
            <a:extLst>
              <a:ext uri="{FF2B5EF4-FFF2-40B4-BE49-F238E27FC236}">
                <a16:creationId xmlns:a16="http://schemas.microsoft.com/office/drawing/2014/main" id="{BE6C2828-4A29-C934-E22E-C292C28E1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717" y="999675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500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6BC56187-059C-C3C6-7CE5-89544CC53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516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4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multi-agent crm architecture&#10;&#10;AI-generated content may be incorrect.">
            <a:extLst>
              <a:ext uri="{FF2B5EF4-FFF2-40B4-BE49-F238E27FC236}">
                <a16:creationId xmlns:a16="http://schemas.microsoft.com/office/drawing/2014/main" id="{44B152B2-D52A-2067-5FB2-D1D8ED3B22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366" y="711199"/>
            <a:ext cx="9623268" cy="5253327"/>
          </a:xfrm>
          <a:solidFill>
            <a:srgbClr val="E6E4D8"/>
          </a:solidFill>
        </p:spPr>
      </p:pic>
    </p:spTree>
    <p:extLst>
      <p:ext uri="{BB962C8B-B14F-4D97-AF65-F5344CB8AC3E}">
        <p14:creationId xmlns:p14="http://schemas.microsoft.com/office/powerpoint/2010/main" val="2024970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45BDA7-FCD6-128B-7F73-A6DDC0175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81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55E17B-CED9-7151-1B9B-0439FA6A1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591" y="526473"/>
            <a:ext cx="8360736" cy="5943960"/>
          </a:xfrm>
          <a:prstGeom prst="rect">
            <a:avLst/>
          </a:prstGeom>
          <a:solidFill>
            <a:srgbClr val="E4E4E4"/>
          </a:solidFill>
        </p:spPr>
      </p:pic>
    </p:spTree>
    <p:extLst>
      <p:ext uri="{BB962C8B-B14F-4D97-AF65-F5344CB8AC3E}">
        <p14:creationId xmlns:p14="http://schemas.microsoft.com/office/powerpoint/2010/main" val="1759275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7A00F04-D70B-E3D1-6177-14127FB76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306" y="107705"/>
            <a:ext cx="7509294" cy="6367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45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8A13E99-DE79-F2D4-0963-FBCACB0759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767" y="1170179"/>
            <a:ext cx="8578466" cy="4814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A37A46-7E9F-937A-95B7-D9DCE26190A9}"/>
              </a:ext>
            </a:extLst>
          </p:cNvPr>
          <p:cNvSpPr txBox="1"/>
          <p:nvPr/>
        </p:nvSpPr>
        <p:spPr>
          <a:xfrm>
            <a:off x="287676" y="431515"/>
            <a:ext cx="2517169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Model Catalog </a:t>
            </a:r>
            <a:r>
              <a:rPr lang="en-US" sz="1400" dirty="0"/>
              <a:t>- Deploy Models on Serverless Inferencing (Pay-Per-Token Pricing) from vendors like Meta, Claude, OpenAI, Grok etc.</a:t>
            </a:r>
            <a:endParaRPr lang="en-IN" sz="1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47CD79-BC2B-457D-4584-BCF9803D0ABF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4323936" y="1034588"/>
            <a:ext cx="299435" cy="1996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436F687-6593-6426-F881-281AC751157D}"/>
              </a:ext>
            </a:extLst>
          </p:cNvPr>
          <p:cNvSpPr txBox="1"/>
          <p:nvPr/>
        </p:nvSpPr>
        <p:spPr>
          <a:xfrm>
            <a:off x="3065351" y="80481"/>
            <a:ext cx="2517169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Agent Service </a:t>
            </a:r>
            <a:r>
              <a:rPr lang="en-US" sz="1400" dirty="0"/>
              <a:t>– Agents with Tools and Knowledge Bases. Also Bring Your Own Agents as Hosted Agents</a:t>
            </a:r>
            <a:endParaRPr lang="en-IN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32B9D1-E9B7-CD2D-2DD3-4157A9AFEC3D}"/>
              </a:ext>
            </a:extLst>
          </p:cNvPr>
          <p:cNvCxnSpPr/>
          <p:nvPr/>
        </p:nvCxnSpPr>
        <p:spPr>
          <a:xfrm>
            <a:off x="1698661" y="1968910"/>
            <a:ext cx="1289406" cy="1193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DA1D3A0-32D8-3BB7-7D47-E5716003639F}"/>
              </a:ext>
            </a:extLst>
          </p:cNvPr>
          <p:cNvSpPr txBox="1"/>
          <p:nvPr/>
        </p:nvSpPr>
        <p:spPr>
          <a:xfrm>
            <a:off x="7976170" y="1491856"/>
            <a:ext cx="2517169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Tools – </a:t>
            </a:r>
            <a:r>
              <a:rPr lang="en-US" sz="1400" dirty="0"/>
              <a:t>Choose from a Variety of MCP Servers, Logic Apps, Vector Indices, OpenAPI Definitions etc.</a:t>
            </a:r>
            <a:endParaRPr lang="en-IN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35BF09-2896-9BDC-DA44-C04CD1830990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7568631" y="2445963"/>
            <a:ext cx="1666124" cy="584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ABBE7C-8652-6F90-E0DD-828B4A420764}"/>
              </a:ext>
            </a:extLst>
          </p:cNvPr>
          <p:cNvSpPr txBox="1"/>
          <p:nvPr/>
        </p:nvSpPr>
        <p:spPr>
          <a:xfrm>
            <a:off x="10193677" y="3334984"/>
            <a:ext cx="1710647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Fine Tuning – </a:t>
            </a:r>
            <a:r>
              <a:rPr lang="en-US" sz="1400" dirty="0"/>
              <a:t>Make Base Models more domain centric with fine-tuning</a:t>
            </a:r>
            <a:endParaRPr lang="en-IN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5E20AA-07A4-D5FE-A524-16464428D0AC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9759595" y="3334984"/>
            <a:ext cx="434082" cy="4770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22DC856-2717-E877-934D-E6EB0441EC61}"/>
              </a:ext>
            </a:extLst>
          </p:cNvPr>
          <p:cNvSpPr txBox="1"/>
          <p:nvPr/>
        </p:nvSpPr>
        <p:spPr>
          <a:xfrm>
            <a:off x="10343393" y="5769578"/>
            <a:ext cx="1710647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Foundry Local </a:t>
            </a:r>
            <a:r>
              <a:rPr lang="en-US" sz="1400" dirty="0"/>
              <a:t>– Develop Fully Local Agents with Foundry Local</a:t>
            </a:r>
            <a:endParaRPr lang="en-IN" sz="1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6E8544-3EA5-C363-67C8-1A2C24926CEB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9452225" y="4798031"/>
            <a:ext cx="1746492" cy="971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2F05CDE-9479-7696-F21F-C1BAB4B3775B}"/>
              </a:ext>
            </a:extLst>
          </p:cNvPr>
          <p:cNvSpPr txBox="1"/>
          <p:nvPr/>
        </p:nvSpPr>
        <p:spPr>
          <a:xfrm>
            <a:off x="137960" y="5640352"/>
            <a:ext cx="2220074" cy="1169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Cloud Based Agents – </a:t>
            </a:r>
            <a:r>
              <a:rPr lang="en-US" sz="1400" dirty="0"/>
              <a:t>Develop Cloud Native Agents to take full advantage of the Foundry Ecosystem</a:t>
            </a:r>
            <a:endParaRPr lang="en-IN" sz="14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2A71F02-D165-0692-757A-C6ADE9DAA52F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1247997" y="4798031"/>
            <a:ext cx="1254731" cy="842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385F6B-F378-E471-45AE-D58B43EA3987}"/>
              </a:ext>
            </a:extLst>
          </p:cNvPr>
          <p:cNvSpPr txBox="1"/>
          <p:nvPr/>
        </p:nvSpPr>
        <p:spPr>
          <a:xfrm>
            <a:off x="2647423" y="5640352"/>
            <a:ext cx="2935098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Entra ID – </a:t>
            </a:r>
            <a:r>
              <a:rPr lang="en-US" sz="1400" dirty="0"/>
              <a:t>Govern Agent Identities with Microsoft Entra ID and enforce RBAC, Conditional Access Policies, PIM policies on Agent in M365</a:t>
            </a:r>
            <a:endParaRPr lang="en-IN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AF53B9-0F87-5738-0F69-76BFF97481F9}"/>
              </a:ext>
            </a:extLst>
          </p:cNvPr>
          <p:cNvSpPr txBox="1"/>
          <p:nvPr/>
        </p:nvSpPr>
        <p:spPr>
          <a:xfrm>
            <a:off x="6594811" y="5769578"/>
            <a:ext cx="2935098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Microsoft Purview – </a:t>
            </a:r>
            <a:r>
              <a:rPr lang="en-US" sz="1400" dirty="0"/>
              <a:t>Classify and Protect Data with Microsoft Purview and Foundry IQ</a:t>
            </a:r>
            <a:endParaRPr lang="en-IN" sz="14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BB14932-74FE-9905-8860-0FE090E98917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4114972" y="5106256"/>
            <a:ext cx="1981028" cy="534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11AAF7-A158-C773-4F7D-EAA12FE979CE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6096000" y="5106256"/>
            <a:ext cx="1966360" cy="663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A194BD4-AB22-B49F-4F62-8ABED917D21A}"/>
              </a:ext>
            </a:extLst>
          </p:cNvPr>
          <p:cNvSpPr txBox="1"/>
          <p:nvPr/>
        </p:nvSpPr>
        <p:spPr>
          <a:xfrm>
            <a:off x="6717585" y="80481"/>
            <a:ext cx="2812324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Foundry IQ – </a:t>
            </a:r>
            <a:r>
              <a:rPr lang="en-US" sz="1400" dirty="0"/>
              <a:t>Bring Enterprise Knowledge with Agentic Retrieval Systems</a:t>
            </a:r>
            <a:endParaRPr lang="en-IN" sz="14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6A52780-226A-C79F-DD83-05437484BA05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6142460" y="819145"/>
            <a:ext cx="1981287" cy="2211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AF7F3F4-0039-BF51-4CC9-A469FF73E6AB}"/>
              </a:ext>
            </a:extLst>
          </p:cNvPr>
          <p:cNvSpPr txBox="1"/>
          <p:nvPr/>
        </p:nvSpPr>
        <p:spPr>
          <a:xfrm>
            <a:off x="68595" y="3134370"/>
            <a:ext cx="1806767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Foundry Control Plane – </a:t>
            </a:r>
            <a:r>
              <a:rPr lang="en-US" sz="1400" dirty="0"/>
              <a:t>Tracing and Observability for Agents</a:t>
            </a:r>
            <a:endParaRPr lang="en-IN" sz="1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E92E40F-9C53-598E-86D9-8DB30E803169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1875362" y="3611424"/>
            <a:ext cx="1189989" cy="577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198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AA92F-5670-1E43-EE28-707325524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6" y="-23630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Tools and More….</a:t>
            </a:r>
            <a:endParaRPr lang="en-IN" dirty="0"/>
          </a:p>
        </p:txBody>
      </p:sp>
      <p:pic>
        <p:nvPicPr>
          <p:cNvPr id="6146" name="Picture 2" descr="What is Foundry Agent Service? - Microsoft Foundry | Microsoft Learn">
            <a:extLst>
              <a:ext uri="{FF2B5EF4-FFF2-40B4-BE49-F238E27FC236}">
                <a16:creationId xmlns:a16="http://schemas.microsoft.com/office/drawing/2014/main" id="{7CF395CE-9CB2-42B6-A684-FFFFC5C068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759" y="949502"/>
            <a:ext cx="7998980" cy="5694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422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3556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159</Words>
  <Application>Microsoft Office PowerPoint</Application>
  <PresentationFormat>Widescreen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Tools and More….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Mansoor Ali Syed</dc:creator>
  <cp:lastModifiedBy>Mansoor Ali Syed</cp:lastModifiedBy>
  <cp:revision>3</cp:revision>
  <dcterms:created xsi:type="dcterms:W3CDTF">2025-12-14T01:53:24Z</dcterms:created>
  <dcterms:modified xsi:type="dcterms:W3CDTF">2025-12-14T04:55:31Z</dcterms:modified>
</cp:coreProperties>
</file>